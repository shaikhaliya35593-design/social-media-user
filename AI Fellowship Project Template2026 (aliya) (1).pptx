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  <p1510:client id="{DDC0B4EE-2D5D-447B-AE11-6BA75CAE74F0}" v="57" dt="2026-02-19T11:04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91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=""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=""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=""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=""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=""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=""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=""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2.sv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hyperlink" Target="https://github.com/shaikhaliya35593-design/social-media-user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=""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=""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=""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=""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=""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=""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=""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=""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=""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=""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=""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=""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=""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=""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=""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=""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=""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=""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=""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=""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=""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=""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=""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=""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=""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=""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=""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=""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=""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=""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=""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=""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=""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=""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Student Name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=""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=""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=""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abc@xyz.com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=""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=""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=""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=""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Guide Name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=""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=""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=""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=""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=""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=""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=""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=""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=""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=""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40" y="1082801"/>
            <a:ext cx="50023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Analyze content performance using data analytics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Identify trends in likes, views, and engagement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Tools: Excel + AI </a:t>
            </a:r>
            <a:r>
              <a:rPr lang="en-US" dirty="0" smtClean="0">
                <a:latin typeface="Arial" panose="020B0604020202020204" pitchFamily="34" charset="0"/>
              </a:rPr>
              <a:t>(Copilot</a:t>
            </a:r>
            <a:r>
              <a:rPr lang="en-US" dirty="0">
                <a:latin typeface="Arial" panose="020B0604020202020204" pitchFamily="34" charset="0"/>
              </a:rPr>
              <a:t>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Output: Insights + visual dashboard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Helps improve content strategy </a:t>
            </a:r>
          </a:p>
        </p:txBody>
      </p:sp>
      <p:sp>
        <p:nvSpPr>
          <p:cNvPr id="2" name="Freeform 28">
            <a:extLst>
              <a:ext uri="{FF2B5EF4-FFF2-40B4-BE49-F238E27FC236}">
                <a16:creationId xmlns=""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082801"/>
            <a:ext cx="47629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Content data is raw and hard to understand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Difficult to identify high-performing content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Lack of proper analysis leads to poor decisions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Affects creators, marketers, and businesses 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441615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dirty="0"/>
              <a:t>Clean and organize content dataset </a:t>
            </a:r>
          </a:p>
          <a:p>
            <a:r>
              <a:rPr lang="en-GB" dirty="0" smtClean="0"/>
              <a:t>Analyse </a:t>
            </a:r>
            <a:r>
              <a:rPr lang="en-GB" dirty="0"/>
              <a:t>engagement metrics using Excel </a:t>
            </a:r>
          </a:p>
          <a:p>
            <a:r>
              <a:rPr lang="en-GB" dirty="0"/>
              <a:t>Use AI tools for insights and summaries </a:t>
            </a:r>
          </a:p>
          <a:p>
            <a:r>
              <a:rPr lang="en-GB" dirty="0"/>
              <a:t>Create dashboards for easy understanding 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600" dirty="0"/>
              <a:t>Content dataset (views, likes, shares, comments)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latin typeface="Arial" panose="020B0604020202020204" pitchFamily="34" charset="0"/>
              </a:rPr>
              <a:t>Data cleaning and formatting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latin typeface="Arial" panose="020B0604020202020204" pitchFamily="34" charset="0"/>
              </a:rPr>
              <a:t>Excel formulas &amp; pivot tables </a:t>
            </a: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ChatGPT / Copilot for insights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42222" y="34346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600" dirty="0"/>
              <a:t>Charts and content performance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05740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smtClean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Github 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smtClean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  <a:hlinkClick r:id="rId4"/>
              </a:rPr>
              <a:t>https://github.com/shaikhaliya35593-design/social-media-user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1600" b="1" dirty="0" smtClean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Project 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[Add description of Demo 2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1600" b="1" dirty="0" smtClean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Synopses 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[Add description of Demo 3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[https://your-project-demo-link.com]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Successfully analyzed content data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Identified high-performing content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Created visual insights and dashboard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AI improved analysis efficiency </a:t>
            </a: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=""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dirty="0"/>
              <a:t>Add real-time social media data </a:t>
            </a:r>
          </a:p>
          <a:p>
            <a:r>
              <a:rPr lang="en-GB" dirty="0"/>
              <a:t>Use Power BI for advanced dashboards </a:t>
            </a:r>
          </a:p>
          <a:p>
            <a:r>
              <a:rPr lang="en-GB" dirty="0"/>
              <a:t>Improve AI-based content recommendations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Edunet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=""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1069</TotalTime>
  <Words>318</Words>
  <Application>Microsoft Office PowerPoint</Application>
  <PresentationFormat>On-screen Show (16:9)</PresentationFormat>
  <Paragraphs>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Aileron</vt:lpstr>
      <vt:lpstr>Aileron Bold</vt:lpstr>
      <vt:lpstr>Aileron Ultra-Bold</vt:lpstr>
      <vt:lpstr>Arial</vt:lpstr>
      <vt:lpstr>Calibri</vt:lpstr>
      <vt:lpstr>Lato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Microsoft account</cp:lastModifiedBy>
  <cp:revision>34</cp:revision>
  <dcterms:created xsi:type="dcterms:W3CDTF">2026-02-18T09:17:23Z</dcterms:created>
  <dcterms:modified xsi:type="dcterms:W3CDTF">2026-04-11T14:49:45Z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